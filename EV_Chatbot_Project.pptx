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8206F2-AFBF-4E8E-A595-A9B5BD9AD716}" v="11" dt="2025-11-13T17:28:07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na gudiguntal" userId="489c8c03e87975e0" providerId="LiveId" clId="{C2476815-945A-433D-8388-A91CA4117EA5}"/>
    <pc:docChg chg="undo custSel addSld delSld modSld sldOrd">
      <pc:chgData name="joshna gudiguntal" userId="489c8c03e87975e0" providerId="LiveId" clId="{C2476815-945A-433D-8388-A91CA4117EA5}" dt="2025-11-25T15:17:52.485" v="538" actId="21"/>
      <pc:docMkLst>
        <pc:docMk/>
      </pc:docMkLst>
      <pc:sldChg chg="modSp mod">
        <pc:chgData name="joshna gudiguntal" userId="489c8c03e87975e0" providerId="LiveId" clId="{C2476815-945A-433D-8388-A91CA4117EA5}" dt="2025-11-13T17:03:56.117" v="150" actId="20577"/>
        <pc:sldMkLst>
          <pc:docMk/>
          <pc:sldMk cId="2274682969" sldId="256"/>
        </pc:sldMkLst>
        <pc:spChg chg="mod">
          <ac:chgData name="joshna gudiguntal" userId="489c8c03e87975e0" providerId="LiveId" clId="{C2476815-945A-433D-8388-A91CA4117EA5}" dt="2025-11-13T17:02:21.267" v="69" actId="20577"/>
          <ac:spMkLst>
            <pc:docMk/>
            <pc:sldMk cId="2274682969" sldId="256"/>
            <ac:spMk id="2" creationId="{F953A998-7838-EC0B-CEC9-E501F93A7ADB}"/>
          </ac:spMkLst>
        </pc:spChg>
        <pc:spChg chg="mod">
          <ac:chgData name="joshna gudiguntal" userId="489c8c03e87975e0" providerId="LiveId" clId="{C2476815-945A-433D-8388-A91CA4117EA5}" dt="2025-11-13T17:03:56.117" v="150" actId="20577"/>
          <ac:spMkLst>
            <pc:docMk/>
            <pc:sldMk cId="2274682969" sldId="256"/>
            <ac:spMk id="3" creationId="{4962F054-7C06-B41E-C099-E0D3BB1B9C51}"/>
          </ac:spMkLst>
        </pc:spChg>
      </pc:sldChg>
      <pc:sldChg chg="modSp new mod">
        <pc:chgData name="joshna gudiguntal" userId="489c8c03e87975e0" providerId="LiveId" clId="{C2476815-945A-433D-8388-A91CA4117EA5}" dt="2025-11-13T17:07:55.061" v="178" actId="255"/>
        <pc:sldMkLst>
          <pc:docMk/>
          <pc:sldMk cId="2414434137" sldId="257"/>
        </pc:sldMkLst>
        <pc:spChg chg="mod">
          <ac:chgData name="joshna gudiguntal" userId="489c8c03e87975e0" providerId="LiveId" clId="{C2476815-945A-433D-8388-A91CA4117EA5}" dt="2025-11-13T17:06:46.943" v="176" actId="20577"/>
          <ac:spMkLst>
            <pc:docMk/>
            <pc:sldMk cId="2414434137" sldId="257"/>
            <ac:spMk id="2" creationId="{D7E68DB3-4B26-5B8F-3A9F-0107E6718CF6}"/>
          </ac:spMkLst>
        </pc:spChg>
        <pc:spChg chg="mod">
          <ac:chgData name="joshna gudiguntal" userId="489c8c03e87975e0" providerId="LiveId" clId="{C2476815-945A-433D-8388-A91CA4117EA5}" dt="2025-11-13T17:07:55.061" v="178" actId="255"/>
          <ac:spMkLst>
            <pc:docMk/>
            <pc:sldMk cId="2414434137" sldId="257"/>
            <ac:spMk id="3" creationId="{021DB14D-BEAE-6B68-146B-F00A0738F20A}"/>
          </ac:spMkLst>
        </pc:spChg>
      </pc:sldChg>
      <pc:sldChg chg="modSp new mod">
        <pc:chgData name="joshna gudiguntal" userId="489c8c03e87975e0" providerId="LiveId" clId="{C2476815-945A-433D-8388-A91CA4117EA5}" dt="2025-11-13T17:09:29.551" v="198" actId="20577"/>
        <pc:sldMkLst>
          <pc:docMk/>
          <pc:sldMk cId="3490673491" sldId="258"/>
        </pc:sldMkLst>
        <pc:spChg chg="mod">
          <ac:chgData name="joshna gudiguntal" userId="489c8c03e87975e0" providerId="LiveId" clId="{C2476815-945A-433D-8388-A91CA4117EA5}" dt="2025-11-13T17:08:34.668" v="192" actId="20577"/>
          <ac:spMkLst>
            <pc:docMk/>
            <pc:sldMk cId="3490673491" sldId="258"/>
            <ac:spMk id="2" creationId="{7A7D91D1-6097-165D-9EED-A436360F037D}"/>
          </ac:spMkLst>
        </pc:spChg>
        <pc:spChg chg="mod">
          <ac:chgData name="joshna gudiguntal" userId="489c8c03e87975e0" providerId="LiveId" clId="{C2476815-945A-433D-8388-A91CA4117EA5}" dt="2025-11-13T17:09:29.551" v="198" actId="20577"/>
          <ac:spMkLst>
            <pc:docMk/>
            <pc:sldMk cId="3490673491" sldId="258"/>
            <ac:spMk id="3" creationId="{403D21E1-2B50-F8DE-D785-3EA6B09AD88E}"/>
          </ac:spMkLst>
        </pc:spChg>
      </pc:sldChg>
      <pc:sldChg chg="modSp new mod">
        <pc:chgData name="joshna gudiguntal" userId="489c8c03e87975e0" providerId="LiveId" clId="{C2476815-945A-433D-8388-A91CA4117EA5}" dt="2025-11-13T17:12:08.616" v="240" actId="20577"/>
        <pc:sldMkLst>
          <pc:docMk/>
          <pc:sldMk cId="4045784940" sldId="259"/>
        </pc:sldMkLst>
        <pc:spChg chg="mod">
          <ac:chgData name="joshna gudiguntal" userId="489c8c03e87975e0" providerId="LiveId" clId="{C2476815-945A-433D-8388-A91CA4117EA5}" dt="2025-11-13T17:10:11.624" v="226" actId="20577"/>
          <ac:spMkLst>
            <pc:docMk/>
            <pc:sldMk cId="4045784940" sldId="259"/>
            <ac:spMk id="2" creationId="{2AE6211B-83D1-DC43-598D-E74933856623}"/>
          </ac:spMkLst>
        </pc:spChg>
        <pc:spChg chg="mod">
          <ac:chgData name="joshna gudiguntal" userId="489c8c03e87975e0" providerId="LiveId" clId="{C2476815-945A-433D-8388-A91CA4117EA5}" dt="2025-11-13T17:12:08.616" v="240" actId="20577"/>
          <ac:spMkLst>
            <pc:docMk/>
            <pc:sldMk cId="4045784940" sldId="259"/>
            <ac:spMk id="3" creationId="{3D52EBA8-942E-7D77-FF66-218F9D4ECCAC}"/>
          </ac:spMkLst>
        </pc:spChg>
      </pc:sldChg>
      <pc:sldChg chg="modSp new mod">
        <pc:chgData name="joshna gudiguntal" userId="489c8c03e87975e0" providerId="LiveId" clId="{C2476815-945A-433D-8388-A91CA4117EA5}" dt="2025-11-13T17:14:12.224" v="305" actId="20577"/>
        <pc:sldMkLst>
          <pc:docMk/>
          <pc:sldMk cId="3132607307" sldId="260"/>
        </pc:sldMkLst>
        <pc:spChg chg="mod">
          <ac:chgData name="joshna gudiguntal" userId="489c8c03e87975e0" providerId="LiveId" clId="{C2476815-945A-433D-8388-A91CA4117EA5}" dt="2025-11-13T17:12:43.287" v="263" actId="20577"/>
          <ac:spMkLst>
            <pc:docMk/>
            <pc:sldMk cId="3132607307" sldId="260"/>
            <ac:spMk id="2" creationId="{0F3E3D17-90F4-148E-EFC1-B77672F7775D}"/>
          </ac:spMkLst>
        </pc:spChg>
        <pc:spChg chg="mod">
          <ac:chgData name="joshna gudiguntal" userId="489c8c03e87975e0" providerId="LiveId" clId="{C2476815-945A-433D-8388-A91CA4117EA5}" dt="2025-11-13T17:14:12.224" v="305" actId="20577"/>
          <ac:spMkLst>
            <pc:docMk/>
            <pc:sldMk cId="3132607307" sldId="260"/>
            <ac:spMk id="3" creationId="{7DC40D06-8236-679D-FCE8-110A18F2FE49}"/>
          </ac:spMkLst>
        </pc:spChg>
      </pc:sldChg>
      <pc:sldChg chg="modSp new mod">
        <pc:chgData name="joshna gudiguntal" userId="489c8c03e87975e0" providerId="LiveId" clId="{C2476815-945A-433D-8388-A91CA4117EA5}" dt="2025-11-13T17:15:42.477" v="344" actId="20577"/>
        <pc:sldMkLst>
          <pc:docMk/>
          <pc:sldMk cId="738374680" sldId="261"/>
        </pc:sldMkLst>
        <pc:spChg chg="mod">
          <ac:chgData name="joshna gudiguntal" userId="489c8c03e87975e0" providerId="LiveId" clId="{C2476815-945A-433D-8388-A91CA4117EA5}" dt="2025-11-13T17:14:50.755" v="341" actId="20577"/>
          <ac:spMkLst>
            <pc:docMk/>
            <pc:sldMk cId="738374680" sldId="261"/>
            <ac:spMk id="2" creationId="{33FF03CF-597C-D1DB-3341-4D1C8301C63E}"/>
          </ac:spMkLst>
        </pc:spChg>
        <pc:spChg chg="mod">
          <ac:chgData name="joshna gudiguntal" userId="489c8c03e87975e0" providerId="LiveId" clId="{C2476815-945A-433D-8388-A91CA4117EA5}" dt="2025-11-13T17:15:42.477" v="344" actId="20577"/>
          <ac:spMkLst>
            <pc:docMk/>
            <pc:sldMk cId="738374680" sldId="261"/>
            <ac:spMk id="3" creationId="{647FD7E7-9980-D5A7-9E78-C999CBD20841}"/>
          </ac:spMkLst>
        </pc:spChg>
      </pc:sldChg>
      <pc:sldChg chg="modSp new mod ord">
        <pc:chgData name="joshna gudiguntal" userId="489c8c03e87975e0" providerId="LiveId" clId="{C2476815-945A-433D-8388-A91CA4117EA5}" dt="2025-11-25T15:16:50.351" v="535"/>
        <pc:sldMkLst>
          <pc:docMk/>
          <pc:sldMk cId="364987233" sldId="262"/>
        </pc:sldMkLst>
        <pc:spChg chg="mod">
          <ac:chgData name="joshna gudiguntal" userId="489c8c03e87975e0" providerId="LiveId" clId="{C2476815-945A-433D-8388-A91CA4117EA5}" dt="2025-11-13T17:16:15.157" v="360" actId="20577"/>
          <ac:spMkLst>
            <pc:docMk/>
            <pc:sldMk cId="364987233" sldId="262"/>
            <ac:spMk id="2" creationId="{BFAE3EB4-A8C2-4E28-DDA6-0160E7AFFC32}"/>
          </ac:spMkLst>
        </pc:spChg>
        <pc:spChg chg="mod">
          <ac:chgData name="joshna gudiguntal" userId="489c8c03e87975e0" providerId="LiveId" clId="{C2476815-945A-433D-8388-A91CA4117EA5}" dt="2025-11-13T17:30:24.392" v="526" actId="20577"/>
          <ac:spMkLst>
            <pc:docMk/>
            <pc:sldMk cId="364987233" sldId="262"/>
            <ac:spMk id="3" creationId="{3780B0B6-4029-EEA2-0248-9E6D284B78FF}"/>
          </ac:spMkLst>
        </pc:spChg>
      </pc:sldChg>
      <pc:sldChg chg="addSp delSp modSp new mod">
        <pc:chgData name="joshna gudiguntal" userId="489c8c03e87975e0" providerId="LiveId" clId="{C2476815-945A-433D-8388-A91CA4117EA5}" dt="2025-11-13T17:26:58.995" v="451" actId="14100"/>
        <pc:sldMkLst>
          <pc:docMk/>
          <pc:sldMk cId="1520285736" sldId="263"/>
        </pc:sldMkLst>
        <pc:spChg chg="mod">
          <ac:chgData name="joshna gudiguntal" userId="489c8c03e87975e0" providerId="LiveId" clId="{C2476815-945A-433D-8388-A91CA4117EA5}" dt="2025-11-13T17:24:40.249" v="433" actId="20577"/>
          <ac:spMkLst>
            <pc:docMk/>
            <pc:sldMk cId="1520285736" sldId="263"/>
            <ac:spMk id="2" creationId="{B1A3DD10-BDD0-CC15-2E86-3ADB5023144F}"/>
          </ac:spMkLst>
        </pc:spChg>
        <pc:picChg chg="add mod">
          <ac:chgData name="joshna gudiguntal" userId="489c8c03e87975e0" providerId="LiveId" clId="{C2476815-945A-433D-8388-A91CA4117EA5}" dt="2025-11-13T17:24:06.684" v="431" actId="1076"/>
          <ac:picMkLst>
            <pc:docMk/>
            <pc:sldMk cId="1520285736" sldId="263"/>
            <ac:picMk id="5" creationId="{45E4EFFF-A193-A046-10A9-D3EBC456C103}"/>
          </ac:picMkLst>
        </pc:picChg>
        <pc:picChg chg="add mod">
          <ac:chgData name="joshna gudiguntal" userId="489c8c03e87975e0" providerId="LiveId" clId="{C2476815-945A-433D-8388-A91CA4117EA5}" dt="2025-11-13T17:26:58.995" v="451" actId="14100"/>
          <ac:picMkLst>
            <pc:docMk/>
            <pc:sldMk cId="1520285736" sldId="263"/>
            <ac:picMk id="11" creationId="{623B9307-989E-451C-B320-E092CB85787E}"/>
          </ac:picMkLst>
        </pc:picChg>
      </pc:sldChg>
      <pc:sldChg chg="addSp delSp modSp new mod ord">
        <pc:chgData name="joshna gudiguntal" userId="489c8c03e87975e0" providerId="LiveId" clId="{C2476815-945A-433D-8388-A91CA4117EA5}" dt="2025-11-25T15:17:52.485" v="538" actId="21"/>
        <pc:sldMkLst>
          <pc:docMk/>
          <pc:sldMk cId="1320051647" sldId="264"/>
        </pc:sldMkLst>
        <pc:spChg chg="mod">
          <ac:chgData name="joshna gudiguntal" userId="489c8c03e87975e0" providerId="LiveId" clId="{C2476815-945A-433D-8388-A91CA4117EA5}" dt="2025-11-13T17:27:32.899" v="465" actId="20577"/>
          <ac:spMkLst>
            <pc:docMk/>
            <pc:sldMk cId="1320051647" sldId="264"/>
            <ac:spMk id="2" creationId="{E5529BDF-7B37-E021-ADC1-B19E11DB9150}"/>
          </ac:spMkLst>
        </pc:spChg>
        <pc:spChg chg="mod">
          <ac:chgData name="joshna gudiguntal" userId="489c8c03e87975e0" providerId="LiveId" clId="{C2476815-945A-433D-8388-A91CA4117EA5}" dt="2025-11-13T17:28:54.564" v="470" actId="255"/>
          <ac:spMkLst>
            <pc:docMk/>
            <pc:sldMk cId="1320051647" sldId="264"/>
            <ac:spMk id="3" creationId="{9C038553-50D7-E198-BC9E-1EACC8456AB4}"/>
          </ac:spMkLst>
        </pc:spChg>
        <pc:graphicFrameChg chg="add del mod modGraphic">
          <ac:chgData name="joshna gudiguntal" userId="489c8c03e87975e0" providerId="LiveId" clId="{C2476815-945A-433D-8388-A91CA4117EA5}" dt="2025-11-25T15:17:52.485" v="538" actId="21"/>
          <ac:graphicFrameMkLst>
            <pc:docMk/>
            <pc:sldMk cId="1320051647" sldId="264"/>
            <ac:graphicFrameMk id="5" creationId="{28F450EA-4B20-AF48-69A2-D157D3D79DB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E4F2B-CE76-4FEB-A2F4-517EA2065B9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EDF2D-655E-46BD-B5FD-BA2E7AF48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21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EDF2D-655E-46BD-B5FD-BA2E7AF482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15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B1EBE-BC0D-C841-4E4D-AB8476D33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6AC2A-8CD3-1AC3-8FD2-2DFD0853A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2A64-C6C2-3B8B-3B24-BFDBF72BF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CCB57-863D-1F5B-86C2-33F695DC9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E294D-ABB5-E81C-136E-EA7205FC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5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FF30-FE9D-AE87-B66B-A2974059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3B346-6823-2E14-01A0-79D3907E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7E9EB-FEDB-5844-6152-D02D5E6B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F1CA-6941-95EE-4BC8-877AE2F1C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12F16-F758-FF9E-452E-0C123C8B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36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A730-455A-0143-FB5F-DB016612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A2585-8EA8-ABD0-65E3-B18076849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4145C-3565-89F7-A2FA-DC9ACA4D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1DBFF-243B-4583-0FD5-D9799140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AF125-D31D-E075-07F7-49C209454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78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C838-9BF8-41A0-968B-2630EA150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5CF12-DEF1-67AB-2205-7DFC769D2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EDAB5-CF70-EBC8-D3F6-864EA944A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C7769-C24D-2FDE-E8CC-7383AF7E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F3A01-E87C-0263-1281-D710F662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927D8-1026-8619-57E8-F1287F6A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4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1F82-249E-4754-AB7F-A9F087B8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A639E-22EE-F97C-CCD8-807B65FD9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C31AF-60BF-264E-29D2-6C6CC04E7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F81AC6-C05A-56CB-A194-A927FBD2B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FB250-6808-B288-D670-7DB8C7A5D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1576B6-9049-E0E4-0374-8CD20BC0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99C10-B4FA-6EDE-69C5-3D8B585C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5A9574-3DB6-2B49-9168-59A52BF5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9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5055-1637-C109-EA0E-6E55B6079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3AF6D-53AF-E49E-38C3-55232750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79468-C028-E0D2-51B6-9A99E2051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7BD8-2375-EF17-95DF-8A65E632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6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D3654-84E2-B78C-1C8F-EEE32C576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69E5F-287C-D279-A3B2-6A8FE969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EE55F-09C8-0BEF-781C-745D0BC26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7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83BB-D214-89EC-7D58-FF0D6C359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D6618-1399-A2E5-5363-BA5D7AAAA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98B60-E5F1-EA0C-FB38-4EA8F3A61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7DE49-F716-913A-874B-E0579CA1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95B90-3FD5-701B-B230-632242E12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60BB8-870F-251B-640B-239B0F27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92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CBA7-3C67-8C54-52A9-06EFD749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B81DB-56D5-2C8D-F711-F5D4FDBD3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1B2F6-33EC-4BF8-2E88-FF606760F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F717F-1859-964C-D469-A40F2D14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B9B18-CF1B-2DC4-7B07-28066DFB6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1DE87-5DBB-DD80-8D45-FDF0194B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1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FC621-5B6B-449E-AC3E-926774870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3F924-8850-7929-7647-621219C12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97358-DAA4-DA14-E69F-44A1FFD3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26A4D-E43B-8ECE-4357-E1A31378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93628-0776-100B-BC2C-C6028FDF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4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BC3C74-9D64-E67D-405E-65CB18AB8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8811B-2C42-386F-6562-1922575D3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147A1-1851-7E59-FB4C-5BA9467F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53E3C-FE40-8F3E-01E5-A6622B1E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2CC50-A297-2D43-21A2-C23A8A05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29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D8BE82-DE51-1300-6BC7-6D90A931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72AF1-6BD9-74E4-A4D0-98D93AA90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6D114-3028-758E-995B-9CCBC196E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D0D1A-D81F-4437-886A-D2F074293A7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25D3D-636E-A484-A39A-3FE643CAE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181C3-90C3-B15D-869D-222812274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89342-CDDE-412B-BF21-728923EF9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3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m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A998-7838-EC0B-CEC9-E501F93A7A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ptos Narrow" panose="020B0004020202020204" pitchFamily="34" charset="0"/>
              </a:rPr>
              <a:t>EV Range Prediction &amp; Gemini Chatbot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2F054-7C06-B41E-C099-E0D3BB1B9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29" y="3509963"/>
            <a:ext cx="10323871" cy="1747837"/>
          </a:xfrm>
        </p:spPr>
        <p:txBody>
          <a:bodyPr>
            <a:normAutofit/>
          </a:bodyPr>
          <a:lstStyle/>
          <a:p>
            <a:r>
              <a:rPr lang="en-US" sz="2000" dirty="0"/>
              <a:t>Presented by:-Gudiguntal joshna</a:t>
            </a:r>
          </a:p>
          <a:p>
            <a:r>
              <a:rPr lang="en-US" sz="2000" dirty="0"/>
              <a:t>Department of Computer science(CSM)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74682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8DB3-4B26-5B8F-3A9F-0107E6718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Introduction:-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DB14D-BEAE-6B68-146B-F00A0738F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&gt; This project integrates an Electric Vehicle (EV) Range Prediction Model with a Gemini AI </a:t>
            </a:r>
            <a:r>
              <a:rPr lang="en-US" sz="2400" dirty="0" err="1"/>
              <a:t>Chatbot.The</a:t>
            </a:r>
            <a:r>
              <a:rPr lang="en-US" sz="2400" dirty="0"/>
              <a:t> app allows users to interact with the chatbot and predict their vehicle’s range in a single </a:t>
            </a:r>
            <a:r>
              <a:rPr lang="en-US" sz="2400" dirty="0" err="1"/>
              <a:t>Streamlit</a:t>
            </a:r>
            <a:r>
              <a:rPr lang="en-US" sz="2400" dirty="0"/>
              <a:t> interface.</a:t>
            </a:r>
          </a:p>
        </p:txBody>
      </p:sp>
    </p:spTree>
    <p:extLst>
      <p:ext uri="{BB962C8B-B14F-4D97-AF65-F5344CB8AC3E}">
        <p14:creationId xmlns:p14="http://schemas.microsoft.com/office/powerpoint/2010/main" val="241443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91D1-6097-165D-9EED-A436360F0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Objectives:-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21E1-2B50-F8DE-D785-3EA6B09AD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predict EV driving range using machine learning.</a:t>
            </a:r>
          </a:p>
          <a:p>
            <a:r>
              <a:rPr lang="en-US" dirty="0"/>
              <a:t>To develop a chatbot using the Gemini API</a:t>
            </a:r>
          </a:p>
          <a:p>
            <a:r>
              <a:rPr lang="en-US" dirty="0"/>
              <a:t>To create a user-friendly web interface with </a:t>
            </a:r>
            <a:r>
              <a:rPr lang="en-US" dirty="0" err="1"/>
              <a:t>Streamlit</a:t>
            </a:r>
            <a:endParaRPr lang="en-US" dirty="0"/>
          </a:p>
          <a:p>
            <a:r>
              <a:rPr lang="en-US" dirty="0"/>
              <a:t>To demonstrate real-time AI interaction and prediction.</a:t>
            </a:r>
          </a:p>
        </p:txBody>
      </p:sp>
    </p:spTree>
    <p:extLst>
      <p:ext uri="{BB962C8B-B14F-4D97-AF65-F5344CB8AC3E}">
        <p14:creationId xmlns:p14="http://schemas.microsoft.com/office/powerpoint/2010/main" val="349067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6211B-83D1-DC43-598D-E74933856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Tools and Technologies:-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2EBA8-942E-7D77-FF66-218F9D4EC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Language: Python</a:t>
            </a:r>
          </a:p>
          <a:p>
            <a:r>
              <a:rPr lang="en-US" dirty="0" err="1"/>
              <a:t>Framework:Streamlit</a:t>
            </a:r>
            <a:endParaRPr lang="en-US" dirty="0"/>
          </a:p>
          <a:p>
            <a:r>
              <a:rPr lang="en-US" dirty="0"/>
              <a:t>Libraries: pandas, </a:t>
            </a:r>
            <a:r>
              <a:rPr lang="en-US" dirty="0" err="1"/>
              <a:t>numpy</a:t>
            </a:r>
            <a:r>
              <a:rPr lang="en-US" dirty="0"/>
              <a:t>, scikit-learn</a:t>
            </a:r>
          </a:p>
          <a:p>
            <a:r>
              <a:rPr lang="en-US" dirty="0"/>
              <a:t>API Used: Google </a:t>
            </a:r>
            <a:r>
              <a:rPr lang="en-US" dirty="0" err="1"/>
              <a:t>GeminiModel</a:t>
            </a:r>
            <a:r>
              <a:rPr lang="en-US" dirty="0"/>
              <a:t> </a:t>
            </a:r>
          </a:p>
          <a:p>
            <a:r>
              <a:rPr lang="en-US" dirty="0"/>
              <a:t>File: </a:t>
            </a:r>
            <a:r>
              <a:rPr lang="en-US" dirty="0" err="1"/>
              <a:t>ev_model.pkl</a:t>
            </a:r>
            <a:r>
              <a:rPr lang="en-US" dirty="0"/>
              <a:t>---</a:t>
            </a:r>
          </a:p>
        </p:txBody>
      </p:sp>
    </p:spTree>
    <p:extLst>
      <p:ext uri="{BB962C8B-B14F-4D97-AF65-F5344CB8AC3E}">
        <p14:creationId xmlns:p14="http://schemas.microsoft.com/office/powerpoint/2010/main" val="404578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3D17-90F4-148E-EFC1-B77672F77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System Architecture:-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40D06-8236-679D-FCE8-110A18F2F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Flow:</a:t>
            </a:r>
          </a:p>
          <a:p>
            <a:r>
              <a:rPr lang="en-US" dirty="0"/>
              <a:t>User → </a:t>
            </a:r>
            <a:r>
              <a:rPr lang="en-US" dirty="0" err="1"/>
              <a:t>Streamlit</a:t>
            </a:r>
            <a:r>
              <a:rPr lang="en-US" dirty="0"/>
              <a:t> Web App → EV Model + Gemini API → Output</a:t>
            </a:r>
          </a:p>
          <a:p>
            <a:pPr marL="0" indent="0">
              <a:buNone/>
            </a:pPr>
            <a:r>
              <a:rPr lang="en-US" dirty="0"/>
              <a:t>&gt; &gt;The system takes user input for EV parameters, predicts the range, and interacts with the chatbot for assistance.</a:t>
            </a:r>
          </a:p>
        </p:txBody>
      </p:sp>
    </p:spTree>
    <p:extLst>
      <p:ext uri="{BB962C8B-B14F-4D97-AF65-F5344CB8AC3E}">
        <p14:creationId xmlns:p14="http://schemas.microsoft.com/office/powerpoint/2010/main" val="3132607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F03CF-597C-D1DB-3341-4D1C8301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Working of EV Range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FD7E7-9980-D5A7-9E78-C999CBD20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Inputs: Battery capacity, Speed, Distance, Temperature, etc.</a:t>
            </a:r>
          </a:p>
          <a:p>
            <a:r>
              <a:rPr lang="en-US" dirty="0"/>
              <a:t>Model processes input using a trained dataset.</a:t>
            </a:r>
          </a:p>
          <a:p>
            <a:r>
              <a:rPr lang="en-US" dirty="0"/>
              <a:t>Output: Predicted driving range in kilometers.</a:t>
            </a:r>
          </a:p>
        </p:txBody>
      </p:sp>
    </p:spTree>
    <p:extLst>
      <p:ext uri="{BB962C8B-B14F-4D97-AF65-F5344CB8AC3E}">
        <p14:creationId xmlns:p14="http://schemas.microsoft.com/office/powerpoint/2010/main" val="73837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3EB4-A8C2-4E28-DDA6-0160E7AF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Gemini chatbot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0B0B6-4029-EEA2-0248-9E6D284B7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0" lvl="5" indent="0">
              <a:buNone/>
            </a:pPr>
            <a:endParaRPr lang="en-US" dirty="0"/>
          </a:p>
          <a:p>
            <a:r>
              <a:rPr lang="en-US" dirty="0"/>
              <a:t>Uses Gemini API to generate intelligent responses.</a:t>
            </a:r>
          </a:p>
          <a:p>
            <a:r>
              <a:rPr lang="en-US" dirty="0"/>
              <a:t>Provides real-time interaction inside the app.</a:t>
            </a:r>
          </a:p>
          <a:p>
            <a:r>
              <a:rPr lang="en-US" dirty="0"/>
              <a:t>Accepts user text input.</a:t>
            </a:r>
          </a:p>
        </p:txBody>
      </p:sp>
    </p:spTree>
    <p:extLst>
      <p:ext uri="{BB962C8B-B14F-4D97-AF65-F5344CB8AC3E}">
        <p14:creationId xmlns:p14="http://schemas.microsoft.com/office/powerpoint/2010/main" val="364987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DD10-BDD0-CC15-2E86-3ADB5023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Output Screenshots:-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E4EFFF-A193-A046-10A9-D3EBC456C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4" y="1923039"/>
            <a:ext cx="5410318" cy="2874232"/>
          </a:xfrm>
        </p:spPr>
      </p:pic>
      <p:pic>
        <p:nvPicPr>
          <p:cNvPr id="11" name="Picture 10" descr="A screenshot of a computer">
            <a:extLst>
              <a:ext uri="{FF2B5EF4-FFF2-40B4-BE49-F238E27FC236}">
                <a16:creationId xmlns:a16="http://schemas.microsoft.com/office/drawing/2014/main" id="{623B9307-989E-451C-B320-E092CB8578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137" y="1923039"/>
            <a:ext cx="5410319" cy="287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8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9BDF-7B37-E021-ADC1-B19E11DB9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Conclusion:-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38553-50D7-E198-BC9E-1EACC8456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&gt; The project successfully combines predictive analytics and conversational AI.</a:t>
            </a:r>
          </a:p>
          <a:p>
            <a:r>
              <a:rPr lang="en-US" sz="2400" dirty="0"/>
              <a:t>It demonstrates how EV technology can be enhanced with machine learning and chatbots for better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320051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257</Words>
  <Application>Microsoft Office PowerPoint</Application>
  <PresentationFormat>Widescreen</PresentationFormat>
  <Paragraphs>34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Narrow</vt:lpstr>
      <vt:lpstr>Arial</vt:lpstr>
      <vt:lpstr>Office Theme</vt:lpstr>
      <vt:lpstr>EV Range Prediction &amp; Gemini Chatbot</vt:lpstr>
      <vt:lpstr>Introduction:-</vt:lpstr>
      <vt:lpstr>Objectives:-</vt:lpstr>
      <vt:lpstr>Tools and Technologies:-</vt:lpstr>
      <vt:lpstr>System Architecture:-</vt:lpstr>
      <vt:lpstr>Working of EV Range Prediction</vt:lpstr>
      <vt:lpstr>Gemini chatbot</vt:lpstr>
      <vt:lpstr>Output Screenshots:-</vt:lpstr>
      <vt:lpstr>Conclusion:-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joshna gudiguntal</dc:creator>
  <cp:lastModifiedBy>joshna gudiguntal</cp:lastModifiedBy>
  <cp:revision>1</cp:revision>
  <dcterms:created xsi:type="dcterms:W3CDTF">2025-11-13T16:59:09Z</dcterms:created>
  <dcterms:modified xsi:type="dcterms:W3CDTF">2025-11-25T15:18:03Z</dcterms:modified>
</cp:coreProperties>
</file>